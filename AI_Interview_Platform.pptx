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avani Kolte" userId="81b2b418b4fe29c7" providerId="LiveId" clId="{E922C6C5-37FF-4B27-821C-7ADDC1B414EC}"/>
    <pc:docChg chg="custSel modSld">
      <pc:chgData name="Shravani Kolte" userId="81b2b418b4fe29c7" providerId="LiveId" clId="{E922C6C5-37FF-4B27-821C-7ADDC1B414EC}" dt="2026-05-17T11:42:00.822" v="12" actId="478"/>
      <pc:docMkLst>
        <pc:docMk/>
      </pc:docMkLst>
      <pc:sldChg chg="modSp mod">
        <pc:chgData name="Shravani Kolte" userId="81b2b418b4fe29c7" providerId="LiveId" clId="{E922C6C5-37FF-4B27-821C-7ADDC1B414EC}" dt="2026-05-17T11:41:41.001" v="5" actId="1076"/>
        <pc:sldMkLst>
          <pc:docMk/>
          <pc:sldMk cId="0" sldId="256"/>
        </pc:sldMkLst>
        <pc:spChg chg="mod">
          <ac:chgData name="Shravani Kolte" userId="81b2b418b4fe29c7" providerId="LiveId" clId="{E922C6C5-37FF-4B27-821C-7ADDC1B414EC}" dt="2026-05-17T11:41:33.671" v="4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Shravani Kolte" userId="81b2b418b4fe29c7" providerId="LiveId" clId="{E922C6C5-37FF-4B27-821C-7ADDC1B414EC}" dt="2026-05-17T11:41:41.001" v="5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Shravani Kolte" userId="81b2b418b4fe29c7" providerId="LiveId" clId="{E922C6C5-37FF-4B27-821C-7ADDC1B414EC}" dt="2026-05-17T11:41:18.196" v="2" actId="1076"/>
          <ac:spMkLst>
            <pc:docMk/>
            <pc:sldMk cId="0" sldId="256"/>
            <ac:spMk id="21" creationId="{00000000-0000-0000-0000-000000000000}"/>
          </ac:spMkLst>
        </pc:spChg>
        <pc:picChg chg="mod">
          <ac:chgData name="Shravani Kolte" userId="81b2b418b4fe29c7" providerId="LiveId" clId="{E922C6C5-37FF-4B27-821C-7ADDC1B414EC}" dt="2026-05-17T11:41:03.744" v="0" actId="1076"/>
          <ac:picMkLst>
            <pc:docMk/>
            <pc:sldMk cId="0" sldId="256"/>
            <ac:picMk id="6" creationId="{00000000-0000-0000-0000-000000000000}"/>
          </ac:picMkLst>
        </pc:picChg>
      </pc:sldChg>
      <pc:sldChg chg="delSp modSp mod">
        <pc:chgData name="Shravani Kolte" userId="81b2b418b4fe29c7" providerId="LiveId" clId="{E922C6C5-37FF-4B27-821C-7ADDC1B414EC}" dt="2026-05-17T11:42:00.822" v="12" actId="478"/>
        <pc:sldMkLst>
          <pc:docMk/>
          <pc:sldMk cId="0" sldId="263"/>
        </pc:sldMkLst>
        <pc:spChg chg="del">
          <ac:chgData name="Shravani Kolte" userId="81b2b418b4fe29c7" providerId="LiveId" clId="{E922C6C5-37FF-4B27-821C-7ADDC1B414EC}" dt="2026-05-17T11:41:52.317" v="9" actId="478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Shravani Kolte" userId="81b2b418b4fe29c7" providerId="LiveId" clId="{E922C6C5-37FF-4B27-821C-7ADDC1B414EC}" dt="2026-05-17T11:41:58.796" v="11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Shravani Kolte" userId="81b2b418b4fe29c7" providerId="LiveId" clId="{E922C6C5-37FF-4B27-821C-7ADDC1B414EC}" dt="2026-05-17T11:42:00.822" v="12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Shravani Kolte" userId="81b2b418b4fe29c7" providerId="LiveId" clId="{E922C6C5-37FF-4B27-821C-7ADDC1B414EC}" dt="2026-05-17T11:41:46.508" v="6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Shravani Kolte" userId="81b2b418b4fe29c7" providerId="LiveId" clId="{E922C6C5-37FF-4B27-821C-7ADDC1B414EC}" dt="2026-05-17T11:41:50.164" v="8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Shravani Kolte" userId="81b2b418b4fe29c7" providerId="LiveId" clId="{E922C6C5-37FF-4B27-821C-7ADDC1B414EC}" dt="2026-05-17T11:41:48.171" v="7" actId="478"/>
          <ac:spMkLst>
            <pc:docMk/>
            <pc:sldMk cId="0" sldId="263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16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217920" y="173736"/>
            <a:ext cx="219456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2404872"/>
            <a:ext cx="1828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00800" y="2412817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5DCAA5"/>
                </a:solidFill>
              </a:rPr>
              <a:t>POWERED BY IBM BOB AI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6400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Interview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457200" y="2377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· Emotion · Adaptive AI · Feedback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155448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3017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Parsing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148840" y="3017520"/>
            <a:ext cx="155448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148840" y="3017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Emotion Detection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840480" y="3017520"/>
            <a:ext cx="155448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840480" y="3017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Lie Analyzer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532120" y="3017520"/>
            <a:ext cx="155448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532120" y="3017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AI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223760" y="3017520"/>
            <a:ext cx="155448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223760" y="3026289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Dashboard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57200" y="3749040"/>
            <a:ext cx="1188720" cy="256032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57200" y="3749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148840" y="3749040"/>
            <a:ext cx="1188720" cy="256032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2148840" y="3749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840480" y="3749040"/>
            <a:ext cx="1188720" cy="256032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3840480" y="3749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IBM BOB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532120" y="3749040"/>
            <a:ext cx="1188720" cy="256032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532120" y="3749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223760" y="3749040"/>
            <a:ext cx="1188720" cy="256032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7223760" y="3749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0F14"/>
          </a:solidFill>
          <a:ln w="12700">
            <a:solidFill>
              <a:srgbClr val="0A0F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v2.0.0  |  Full-Stack AI Mock Interview System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28346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practice in isolation — with no real feedback, no adaptive challenges, and no honest performance analysis.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502920"/>
            <a:ext cx="5120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931920" y="502920"/>
            <a:ext cx="4846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Generic practice questions not tied to your resume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49040" y="1344168"/>
            <a:ext cx="5120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931920" y="1344168"/>
            <a:ext cx="4846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emotion or confidence tracking during answers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49040" y="2185416"/>
            <a:ext cx="5120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31920" y="2185416"/>
            <a:ext cx="4846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feedback on why you might get rejected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49040" y="3026664"/>
            <a:ext cx="5120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931920" y="3026664"/>
            <a:ext cx="4846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adaptive difficulty — same level every 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49040" y="3867912"/>
            <a:ext cx="5120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931920" y="3867912"/>
            <a:ext cx="4846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company-specific preparation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end-to-end AI Interview Platform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 FastAPI · React · IBM BOB AI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50876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331720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011680" y="1828800"/>
            <a:ext cx="1508760" cy="10058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011680" y="18288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2331720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749040" y="1828800"/>
            <a:ext cx="1508760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49040" y="18288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57800" y="2331720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0" y="1828800"/>
            <a:ext cx="1508760" cy="10058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0" y="18288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2331720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223760" y="1828800"/>
            <a:ext cx="150876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23760" y="18288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92024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3200400"/>
            <a:ext cx="192024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60604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IBM BOB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606040" y="3931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200400"/>
            <a:ext cx="192024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754880" y="3931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Analysis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03720" y="3200400"/>
            <a:ext cx="192024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90372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903720" y="3931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Resume-Personalized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KEY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1097280"/>
            <a:ext cx="64008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Interviewer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follow-up &amp; intervention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64008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0972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1430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emotion per answer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187452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82880" y="1874520"/>
            <a:ext cx="64008" cy="65836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18745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19202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Resume-to-Questions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from YOUR resume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87452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1874520"/>
            <a:ext cx="64008" cy="6583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00600" y="18745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19202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Lie Analyzer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vague claims &amp; inconsistencies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265176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82880" y="2651760"/>
            <a:ext cx="64008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26517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6974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on live performance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65176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63440" y="2651760"/>
            <a:ext cx="64008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00600" y="26517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26974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Recommender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roles from your profile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82880" y="342900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82880" y="3429000"/>
            <a:ext cx="64008" cy="65836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" y="342900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4747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Dashboard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post-interview analytics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42900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663440" y="3429000"/>
            <a:ext cx="64008" cy="65836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00600" y="342900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34747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Predictor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why you might not get hired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82880" y="420624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82880" y="4206240"/>
            <a:ext cx="64008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42062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" y="42519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Answers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model answers after each Q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420624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663440" y="4206240"/>
            <a:ext cx="64008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00600" y="42062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03520" y="42519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Questions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your target company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User Journey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502920" cy="5029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6636" y="1828800"/>
            <a:ext cx="0" cy="201168"/>
          </a:xfrm>
          <a:prstGeom prst="line">
            <a:avLst/>
          </a:prstGeom>
          <a:noFill/>
          <a:ln w="190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05840" y="1280160"/>
            <a:ext cx="78638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88720" y="12801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 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Create account, set profile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502920" cy="502920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6636" y="2560320"/>
            <a:ext cx="0" cy="201168"/>
          </a:xfrm>
          <a:prstGeom prst="line">
            <a:avLst/>
          </a:prstGeom>
          <a:noFill/>
          <a:ln w="190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05840" y="2011680"/>
            <a:ext cx="78638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88720" y="20116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 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PDF + GitHub + LinkedIn + target company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502920" cy="50292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6636" y="3291840"/>
            <a:ext cx="0" cy="201168"/>
          </a:xfrm>
          <a:prstGeom prst="line">
            <a:avLst/>
          </a:prstGeom>
          <a:noFill/>
          <a:ln w="190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05840" y="2743200"/>
            <a:ext cx="78638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188720" y="27432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Field 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detects role &amp; level — user confirms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502920" cy="50292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6636" y="4023360"/>
            <a:ext cx="0" cy="201168"/>
          </a:xfrm>
          <a:prstGeom prst="line">
            <a:avLst/>
          </a:prstGeom>
          <a:noFill/>
          <a:ln w="190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05840" y="3474720"/>
            <a:ext cx="78638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188720" y="34747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Interview 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Adaptive Q&amp;A, emotion tracked per answer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251960"/>
            <a:ext cx="502920" cy="502920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432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05840" y="4206240"/>
            <a:ext cx="78638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188720" y="42062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 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Score, emotions, ideal answers, rejection risk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5603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IBM BOB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3566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intelligence powered by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BOB API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0" y="274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IBM BOB Does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023360" y="91440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023360" y="914400"/>
            <a:ext cx="54864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206240" y="9144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Generation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tailored questions from resume + profile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023360" y="1499616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023360" y="1499616"/>
            <a:ext cx="54864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206240" y="149961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Scoring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each answer for accuracy and depth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023360" y="2084832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023360" y="2084832"/>
            <a:ext cx="54864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206240" y="20848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Analysis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confidence, nervousness, authenticity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023360" y="2670048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023360" y="2670048"/>
            <a:ext cx="54864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206240" y="26700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/ Risk Detection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vague, exaggerated, or inconsistent claims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023360" y="3255264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023360" y="3255264"/>
            <a:ext cx="54864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206240" y="32552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Recommendations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best-fit roles based on full profile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023360" y="384048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023360" y="3840480"/>
            <a:ext cx="54864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206240" y="3840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Prediction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candidates exactly what might cost them the job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023360" y="4425696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4023360" y="4425696"/>
            <a:ext cx="54864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206240" y="442569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Report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complete post-interview analysis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38404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7432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SPA with Vite build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697480"/>
            <a:ext cx="27432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277063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development server &amp; bundler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3657600"/>
            <a:ext cx="27432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373075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JSX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TypeScript — pure React hooks &amp; state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27832" y="1280160"/>
            <a:ext cx="274320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27832" y="12801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27832" y="1737360"/>
            <a:ext cx="27432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64992" y="181051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API with automatic docs at /docs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27832" y="2697480"/>
            <a:ext cx="27432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64992" y="277063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SQLite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with lightweight file-based database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27832" y="3657600"/>
            <a:ext cx="27432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364992" y="373075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text from uploaded PDF resumes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81344" y="1280160"/>
            <a:ext cx="2743200" cy="38404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81344" y="12801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Integrations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1344" y="1737360"/>
            <a:ext cx="27432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18504" y="181051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API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engine — questions, scoring, feedback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81344" y="2697480"/>
            <a:ext cx="27432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18504" y="277063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live repo data to enrich the profile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81344" y="3657600"/>
            <a:ext cx="27432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18504" y="373075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Scraper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career info to personalize questions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943600" y="54864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4864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ace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next interview?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Interview Platform uses IBM BOB AI to give every candidate a personalized, honest, and adaptive mock interview experience — from resume to report.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0F14"/>
          </a:solidFill>
          <a:ln w="12700">
            <a:solidFill>
              <a:srgbClr val="0A0F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Interview Platform  ·  FastAPI + React + IBM BOB AI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522</Words>
  <Application>Microsoft Office PowerPoint</Application>
  <PresentationFormat>On-screen Show (16:9)</PresentationFormat>
  <Paragraphs>134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Interview Platform</dc:title>
  <dc:subject>PptxGenJS Presentation</dc:subject>
  <dc:creator>PptxGenJS</dc:creator>
  <cp:lastModifiedBy>Shravani Kolte</cp:lastModifiedBy>
  <cp:revision>1</cp:revision>
  <dcterms:created xsi:type="dcterms:W3CDTF">2026-05-17T11:29:22Z</dcterms:created>
  <dcterms:modified xsi:type="dcterms:W3CDTF">2026-05-17T11:42:05Z</dcterms:modified>
</cp:coreProperties>
</file>